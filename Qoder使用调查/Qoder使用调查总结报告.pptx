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AI 编码工具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使用调查总结报告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754880" y="3840480"/>
            <a:ext cx="27432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2026-05-22  |  呈报：开发总监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推荐将 Qoder 作为团队辅助开发工具纳入技术栈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集群工作模式在复杂任务上显著提升效率，配合灵活的大模型选择策略，可有效平衡质量与成本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复杂任务多 Agent 并行，响应速度快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成本可控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灵活选择模型（DeepSeek-V4-Flash 等），优化 Token 消耗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风险提示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41605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核心代码不应接入公有模型，需区分使用场景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详细评估 — 使用便利性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8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上手难度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简单，操作习惯与其他 AI 编程工具一致，学习成本低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交互体验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⭐ 响应速度快，支持多种交互方式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集成支持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不支持 TFS、VS2022/2026，需同时打开 VS 和 Qoder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详细评估 — 效率提升 &amp; 成本控制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代码生成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质量较高，基本无需大量修改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代码补全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实用性不错，因 VS 集成限制效果折扣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调试辅助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未作为主力调试工具使用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成本控制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时间成本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提升显著，多 Agent 并行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人力成本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减少重复劳动，仍需人工审查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经济成本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定价合理，多档方案可选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3520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成本优化建议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简单任务选用 DeepSeek-V4-Flash 等小模型，显著降低 Token 消耗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实测 2 人可公用一个席位，3000 credits 够 2 人非高频使用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优缺点总结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优势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简单任务可选低成本小模型，灵活控制 Token 消耗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支持多 Agent 集群工作，复杂任务效率提升明显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响应速度快，交互体验流畅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DE8E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不足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无法集成 VS，日常需双开 IDE，对内存要求略高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不支持 TFS（支持 Git）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代码质量需人工校验架构合规性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使用案例分享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案例 1：Repo Wiki — 代码知识库自动生成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389888"/>
            <a:ext cx="103327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Repo Wiki 自动分析当前仓库代码结构、模块关系、核心逻辑，生成详细文档总结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收益：可直接提交代码库作为团队共享知识沉淀，新成员上手成本大幅降低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收益：生成的文档可注入 Agent 项目记忆，后续执行无需重复理解代码上下文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收益：响应更快、结果更准，同时显著降低 Token 消耗成本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17520"/>
            <a:ext cx="91440" cy="182880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 案例 2：前端 Bug 修复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01568"/>
            <a:ext cx="45720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简单案例分享日常工作效率提升：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描述问题现象 → 快速定位根因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直接生成修复代码。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从排查到修复，耗时从几十分钟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缩短到几分钟，积少成多。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3017520"/>
            <a:ext cx="91440" cy="18288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案例 3：分析总结文档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401568"/>
            <a:ext cx="45720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4747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Agent/Quest 模式处理文档：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自动理解结构、提炼核心结论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生成结构清晰的汇报摘要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进一步生成可直接演示的 PPT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收益：阅读→提炼→汇报，一条龙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省去手动排版，聚焦思考决策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适用场景建议 &amp; 安全合规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推荐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独立新增的小型项目、子模块开发、模块耦合低的场景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不推荐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高安全性代码、核心敏感数据、需严格架构管控的复杂系统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安全与合规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核心代码数据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不应接入公有大模型，建议私有部署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个人版风险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数据默认共享，存在泄露风险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企业版优势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承诺不训练用户数据，支持隐私模式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团队使用建议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适用场景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个人版报销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团队规模小、使用频率低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成本低，但缺少统一管理与审计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采购企业版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需统一管理、审计与合规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推荐方案，满足安全与管控要求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试点后推广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全体推广前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开发人员偏好不同，先试点评估收益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建议：先选部分子模块试点 → 评估收益后 → 采购企业版全面推广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109728" cy="1280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— 试点验证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选择部分子模块开展 AI 辅助开发试点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验证实际收益与团队接受度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43200"/>
            <a:ext cx="109728" cy="128016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— 企业版采购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评估企业版采购方案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解决安全合规与统一管理需求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97680"/>
            <a:ext cx="109728" cy="1280160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 — 私有化部署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00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探索私有化部署方案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120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覆盖核心代码开发场景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团队沟通要点 — 与大家分享讨论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核心理念：AI 编码工具是辅助，不是替代 — 帮大家减少机械工作，专注核心技术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2F7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91440" cy="7589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83080"/>
            <a:ext cx="1463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理解顾虑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8961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理解大家担心 AI 冲击现有工作模式，这份顾虑完全正常、我们充分理解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2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79192"/>
            <a:ext cx="91440" cy="758952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79192"/>
            <a:ext cx="1463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明确定位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79192"/>
            <a:ext cx="8961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做基础编码、查错、代码规整等重复性工作；核心架构、业务设计、决策仍由研发人员把控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2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75304"/>
            <a:ext cx="91440" cy="758952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75304"/>
            <a:ext cx="1463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实际收益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575304"/>
            <a:ext cx="8961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减少重复机械工作量，把精力聚焦在复杂业务与技术攻坚上，加快交付、减少低级 bug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2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71416"/>
            <a:ext cx="91440" cy="75895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71416"/>
            <a:ext cx="1463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风险可控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4471416"/>
            <a:ext cx="8961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已梳理安全使用规则，小范围试点、全程人工审核把关，不会打乱现有开发流程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2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367528"/>
            <a:ext cx="91440" cy="7589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367528"/>
            <a:ext cx="14630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5367528"/>
            <a:ext cx="8961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建议先选简单模块试点，记录工时与 bug 率变化，验证效果后根据团队接受度逐步调整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工具不会取代我们，它只是帮忙处理基础代码和文档总结。用起来少做机械活，专心钻研核心技术 — 不强制，慢慢适应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0" y="3291840"/>
            <a:ext cx="21031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2026-05-25T10:08:59Z</dcterms:created>
  <dcterms:modified xsi:type="dcterms:W3CDTF">2026-05-25T10:08:59Z</dcterms:modified>
</cp:coreProperties>
</file>